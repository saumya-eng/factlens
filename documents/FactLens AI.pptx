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7352-6BA9-4777-8B7E-5C12DE9E6B0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B51F8-53D5-40D8-888A-7F67B241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477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7352-6BA9-4777-8B7E-5C12DE9E6B0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B51F8-53D5-40D8-888A-7F67B241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94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7352-6BA9-4777-8B7E-5C12DE9E6B0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B51F8-53D5-40D8-888A-7F67B241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2383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7352-6BA9-4777-8B7E-5C12DE9E6B0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B51F8-53D5-40D8-888A-7F67B241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679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7352-6BA9-4777-8B7E-5C12DE9E6B0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B51F8-53D5-40D8-888A-7F67B241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9614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7352-6BA9-4777-8B7E-5C12DE9E6B0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B51F8-53D5-40D8-888A-7F67B241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3520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7352-6BA9-4777-8B7E-5C12DE9E6B0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B51F8-53D5-40D8-888A-7F67B241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008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7352-6BA9-4777-8B7E-5C12DE9E6B0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B51F8-53D5-40D8-888A-7F67B241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110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B51F8-53D5-40D8-888A-7F67B241BFB6}" type="slidenum">
              <a:rPr lang="en-US" smtClean="0"/>
              <a:t>‹#›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7352-6BA9-4777-8B7E-5C12DE9E6B0B}" type="datetimeFigureOut">
              <a:rPr lang="en-US" smtClean="0"/>
              <a:t>5/10/2026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144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7352-6BA9-4777-8B7E-5C12DE9E6B0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B51F8-53D5-40D8-888A-7F67B241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1557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7352-6BA9-4777-8B7E-5C12DE9E6B0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B51F8-53D5-40D8-888A-7F67B241BFB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35059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7352-6BA9-4777-8B7E-5C12DE9E6B0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B51F8-53D5-40D8-888A-7F67B241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77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7352-6BA9-4777-8B7E-5C12DE9E6B0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B51F8-53D5-40D8-888A-7F67B241BFB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04300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7352-6BA9-4777-8B7E-5C12DE9E6B0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B51F8-53D5-40D8-888A-7F67B241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599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7352-6BA9-4777-8B7E-5C12DE9E6B0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B51F8-53D5-40D8-888A-7F67B241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6779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F7352-6BA9-4777-8B7E-5C12DE9E6B0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8B51F8-53D5-40D8-888A-7F67B241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491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1F7352-6BA9-4777-8B7E-5C12DE9E6B0B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478B51F8-53D5-40D8-888A-7F67B241BFB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159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 smtClean="0"/>
              <a:t>FactLens</a:t>
            </a:r>
            <a:r>
              <a:rPr lang="en-US" b="1" dirty="0" smtClean="0"/>
              <a:t> AI</a:t>
            </a:r>
            <a:br>
              <a:rPr lang="en-US" b="1" dirty="0" smtClean="0"/>
            </a:br>
            <a:r>
              <a:rPr lang="en-US" sz="3600" b="1" dirty="0" smtClean="0"/>
              <a:t>AI-Powered Document Verification Platform</a:t>
            </a:r>
            <a:endParaRPr lang="en-US" sz="36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Analyze PDF documents, extract factual claims, and verify them using AI-assisted web validation and confidence scoring.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6534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Problem Statement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The Problem</a:t>
            </a:r>
          </a:p>
          <a:p>
            <a:pPr marL="0" indent="0">
              <a:buNone/>
            </a:pPr>
            <a:r>
              <a:rPr lang="en-US" dirty="0" smtClean="0"/>
              <a:t>Large documents often contain:</a:t>
            </a:r>
          </a:p>
          <a:p>
            <a:r>
              <a:rPr lang="en-US" dirty="0" smtClean="0"/>
              <a:t>misleading information </a:t>
            </a:r>
          </a:p>
          <a:p>
            <a:r>
              <a:rPr lang="en-US" dirty="0" smtClean="0"/>
              <a:t>unsupported claims </a:t>
            </a:r>
          </a:p>
          <a:p>
            <a:r>
              <a:rPr lang="en-US" dirty="0" smtClean="0"/>
              <a:t>inaccurate statistics </a:t>
            </a:r>
          </a:p>
          <a:p>
            <a:r>
              <a:rPr lang="en-US" dirty="0" smtClean="0"/>
              <a:t>outdated facts </a:t>
            </a:r>
          </a:p>
          <a:p>
            <a:pPr marL="0" indent="0">
              <a:buNone/>
            </a:pPr>
            <a:r>
              <a:rPr lang="en-US" b="1" dirty="0" smtClean="0"/>
              <a:t>Manual verification is:</a:t>
            </a:r>
          </a:p>
          <a:p>
            <a:r>
              <a:rPr lang="en-US" dirty="0" smtClean="0"/>
              <a:t>slow </a:t>
            </a:r>
          </a:p>
          <a:p>
            <a:r>
              <a:rPr lang="en-US" dirty="0" smtClean="0"/>
              <a:t>difficult to scale </a:t>
            </a:r>
          </a:p>
          <a:p>
            <a:r>
              <a:rPr lang="en-US" dirty="0" smtClean="0"/>
              <a:t>error-prone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2355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Project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Objectives</a:t>
            </a:r>
          </a:p>
          <a:p>
            <a:r>
              <a:rPr lang="en-US" dirty="0" smtClean="0"/>
              <a:t>Extract text from PDF documents </a:t>
            </a:r>
          </a:p>
          <a:p>
            <a:r>
              <a:rPr lang="en-US" dirty="0" smtClean="0"/>
              <a:t>Detect factual claims automatically </a:t>
            </a:r>
          </a:p>
          <a:p>
            <a:r>
              <a:rPr lang="en-US" dirty="0" smtClean="0"/>
              <a:t>Verify claims using AI and web evidence </a:t>
            </a:r>
          </a:p>
          <a:p>
            <a:r>
              <a:rPr lang="en-US" dirty="0" smtClean="0"/>
              <a:t>Display live verification results </a:t>
            </a:r>
          </a:p>
          <a:p>
            <a:r>
              <a:rPr lang="en-US" dirty="0" smtClean="0"/>
              <a:t>Generate confidence scores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763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Workflow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System Workflow</a:t>
            </a:r>
          </a:p>
          <a:p>
            <a:r>
              <a:rPr lang="en-US" dirty="0" smtClean="0"/>
              <a:t>PDF Upload </a:t>
            </a:r>
          </a:p>
          <a:p>
            <a:r>
              <a:rPr lang="en-US" dirty="0" smtClean="0"/>
              <a:t>Text Extraction </a:t>
            </a:r>
          </a:p>
          <a:p>
            <a:r>
              <a:rPr lang="en-US" dirty="0" smtClean="0"/>
              <a:t>Claim Detection </a:t>
            </a:r>
          </a:p>
          <a:p>
            <a:r>
              <a:rPr lang="en-US" dirty="0" smtClean="0"/>
              <a:t>AI Verification </a:t>
            </a:r>
          </a:p>
          <a:p>
            <a:r>
              <a:rPr lang="en-US" dirty="0" smtClean="0"/>
              <a:t>Real-Time Result Streaming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782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Core Features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Key Features</a:t>
            </a:r>
          </a:p>
          <a:p>
            <a:r>
              <a:rPr lang="en-US" dirty="0" smtClean="0"/>
              <a:t>PDF document parsing </a:t>
            </a:r>
          </a:p>
          <a:p>
            <a:r>
              <a:rPr lang="en-US" dirty="0" smtClean="0"/>
              <a:t>AI-powered claim detection </a:t>
            </a:r>
          </a:p>
          <a:p>
            <a:r>
              <a:rPr lang="en-US" dirty="0" smtClean="0"/>
              <a:t>Real-time verification </a:t>
            </a:r>
          </a:p>
          <a:p>
            <a:r>
              <a:rPr lang="en-US" dirty="0" smtClean="0"/>
              <a:t>Confidence scoring </a:t>
            </a:r>
          </a:p>
          <a:p>
            <a:r>
              <a:rPr lang="en-US" dirty="0" smtClean="0"/>
              <a:t>Search &amp; filtering </a:t>
            </a:r>
          </a:p>
          <a:p>
            <a:r>
              <a:rPr lang="en-US" dirty="0" smtClean="0"/>
              <a:t>Modern interactive dashboard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3189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Technology 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 smtClean="0"/>
              <a:t>Frontend</a:t>
            </a:r>
          </a:p>
          <a:p>
            <a:r>
              <a:rPr lang="en-US" dirty="0" smtClean="0"/>
              <a:t>React </a:t>
            </a:r>
          </a:p>
          <a:p>
            <a:r>
              <a:rPr lang="en-US" dirty="0" err="1" smtClean="0"/>
              <a:t>TypeScript</a:t>
            </a:r>
            <a:r>
              <a:rPr lang="en-US" dirty="0" smtClean="0"/>
              <a:t> </a:t>
            </a:r>
          </a:p>
          <a:p>
            <a:r>
              <a:rPr lang="en-US" dirty="0" smtClean="0"/>
              <a:t>Tailwind CSS </a:t>
            </a:r>
          </a:p>
          <a:p>
            <a:r>
              <a:rPr lang="en-US" dirty="0" err="1" smtClean="0"/>
              <a:t>Vite</a:t>
            </a:r>
            <a:r>
              <a:rPr lang="en-US" dirty="0" smtClean="0"/>
              <a:t> 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AI &amp; Processing</a:t>
            </a:r>
          </a:p>
          <a:p>
            <a:r>
              <a:rPr lang="en-US" dirty="0" smtClean="0"/>
              <a:t>Gemini AI API </a:t>
            </a:r>
          </a:p>
          <a:p>
            <a:r>
              <a:rPr lang="en-US" dirty="0" smtClean="0"/>
              <a:t>PDF text extraction </a:t>
            </a:r>
          </a:p>
          <a:p>
            <a:r>
              <a:rPr lang="en-US" dirty="0" smtClean="0"/>
              <a:t>Structured JSON parsing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43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Challenges &amp; Solutions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Challenges</a:t>
            </a:r>
          </a:p>
          <a:p>
            <a:r>
              <a:rPr lang="en-US" dirty="0" smtClean="0"/>
              <a:t>Large document processing </a:t>
            </a:r>
          </a:p>
          <a:p>
            <a:r>
              <a:rPr lang="en-US" dirty="0" smtClean="0"/>
              <a:t>AI-generated malformed JSON </a:t>
            </a:r>
          </a:p>
          <a:p>
            <a:r>
              <a:rPr lang="en-US" dirty="0" smtClean="0"/>
              <a:t>Real-time rendering delays </a:t>
            </a:r>
          </a:p>
          <a:p>
            <a:endParaRPr lang="en-US" dirty="0" smtClean="0"/>
          </a:p>
          <a:p>
            <a:pPr marL="0" indent="0">
              <a:buNone/>
            </a:pPr>
            <a:r>
              <a:rPr lang="en-US" b="1" dirty="0" smtClean="0"/>
              <a:t>Solutions</a:t>
            </a:r>
          </a:p>
          <a:p>
            <a:r>
              <a:rPr lang="en-US" dirty="0" smtClean="0"/>
              <a:t>Chunked processing </a:t>
            </a:r>
          </a:p>
          <a:p>
            <a:r>
              <a:rPr lang="en-US" dirty="0" smtClean="0"/>
              <a:t>Safe JSON parsing </a:t>
            </a:r>
          </a:p>
          <a:p>
            <a:r>
              <a:rPr lang="en-US" dirty="0" smtClean="0"/>
              <a:t>Batched verification pipeline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7240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Use Cases</a:t>
            </a:r>
          </a:p>
          <a:p>
            <a:r>
              <a:rPr lang="en-US" dirty="0" smtClean="0"/>
              <a:t>Journalism </a:t>
            </a:r>
          </a:p>
          <a:p>
            <a:r>
              <a:rPr lang="en-US" dirty="0" smtClean="0"/>
              <a:t>Research &amp; Academia </a:t>
            </a:r>
          </a:p>
          <a:p>
            <a:r>
              <a:rPr lang="en-US" dirty="0" smtClean="0"/>
              <a:t>Finance </a:t>
            </a:r>
          </a:p>
          <a:p>
            <a:r>
              <a:rPr lang="en-US" dirty="0" smtClean="0"/>
              <a:t>Legal document analysis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54015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Enhancements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Future Scope</a:t>
            </a:r>
          </a:p>
          <a:p>
            <a:r>
              <a:rPr lang="en-US" dirty="0" smtClean="0"/>
              <a:t>OCR support </a:t>
            </a:r>
          </a:p>
          <a:p>
            <a:r>
              <a:rPr lang="en-US" dirty="0" smtClean="0"/>
              <a:t>Exportable reports </a:t>
            </a:r>
          </a:p>
          <a:p>
            <a:r>
              <a:rPr lang="en-US" dirty="0" smtClean="0"/>
              <a:t>Multi-language verification </a:t>
            </a:r>
          </a:p>
          <a:p>
            <a:r>
              <a:rPr lang="en-US" dirty="0" smtClean="0"/>
              <a:t>Source credibility ranking </a:t>
            </a:r>
          </a:p>
          <a:p>
            <a:r>
              <a:rPr lang="en-US" dirty="0" smtClean="0"/>
              <a:t>Cloud deployment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345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Project Outcome</a:t>
            </a:r>
          </a:p>
          <a:p>
            <a:pPr marL="0" indent="0">
              <a:buNone/>
            </a:pPr>
            <a:r>
              <a:rPr lang="en-US" dirty="0" err="1" smtClean="0"/>
              <a:t>FactLens</a:t>
            </a:r>
            <a:r>
              <a:rPr lang="en-US" dirty="0" smtClean="0"/>
              <a:t> AI demonstrates scalable AI-assisted factual verification using:</a:t>
            </a:r>
          </a:p>
          <a:p>
            <a:r>
              <a:rPr lang="en-US" dirty="0" smtClean="0"/>
              <a:t>intelligent claim analysis </a:t>
            </a:r>
          </a:p>
          <a:p>
            <a:r>
              <a:rPr lang="en-US" dirty="0" smtClean="0"/>
              <a:t>live web validation </a:t>
            </a:r>
          </a:p>
          <a:p>
            <a:r>
              <a:rPr lang="en-US" dirty="0" smtClean="0"/>
              <a:t>confidence scoring </a:t>
            </a:r>
          </a:p>
          <a:p>
            <a:r>
              <a:rPr lang="en-US" dirty="0" smtClean="0"/>
              <a:t>real-time streaming 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9616856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</TotalTime>
  <Words>198</Words>
  <Application>Microsoft Office PowerPoint</Application>
  <PresentationFormat>Widescreen</PresentationFormat>
  <Paragraphs>76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Trebuchet MS</vt:lpstr>
      <vt:lpstr>Wingdings 3</vt:lpstr>
      <vt:lpstr>Facet</vt:lpstr>
      <vt:lpstr>FactLens AI AI-Powered Document Verification Platform</vt:lpstr>
      <vt:lpstr>Problem Statement</vt:lpstr>
      <vt:lpstr>Project Objectives</vt:lpstr>
      <vt:lpstr>Workflow</vt:lpstr>
      <vt:lpstr>Core Features</vt:lpstr>
      <vt:lpstr>Technology Stack</vt:lpstr>
      <vt:lpstr>Challenges &amp; Solutions</vt:lpstr>
      <vt:lpstr>Applications</vt:lpstr>
      <vt:lpstr>Future Enhancements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FactLens AI AI-Powered Document Verification Platform</dc:title>
  <dc:creator>LENOVO</dc:creator>
  <cp:lastModifiedBy>LENOVO</cp:lastModifiedBy>
  <cp:revision>2</cp:revision>
  <dcterms:created xsi:type="dcterms:W3CDTF">2026-05-10T16:58:33Z</dcterms:created>
  <dcterms:modified xsi:type="dcterms:W3CDTF">2026-05-10T17:00:45Z</dcterms:modified>
</cp:coreProperties>
</file>